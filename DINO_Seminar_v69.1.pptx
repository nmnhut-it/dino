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3784" autoAdjust="0"/>
  </p:normalViewPr>
  <p:slideViewPr>
    <p:cSldViewPr snapToGrid="0" snapToObjects="1">
      <p:cViewPr>
        <p:scale>
          <a:sx n="33" d="100"/>
          <a:sy n="33" d="100"/>
        </p:scale>
        <p:origin x="1856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71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Xin chào mọi người. Hôm nay mình sẽ nói về DINO - một chuỗi nghiên cứu của Meta AI.
DINO = self-DIstillation with NO labels.
Ý tưởng chính: train model nhìn ảnh mà KHÔNG cần người gán nhãn.
Có 3 phiên bản: v1 (2021), v2 (2023), v3 (2025). Mỗi version giải quyết một vấn đề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thành tựu chính của DINO:
1. 88.4% ImageNet accuracy - không dùng nhãn
   (DINOv3 với ViT-6.7B, linear probe)
2. SOTA nhiều dense tasks: segmentation, depth estimation
   Với frozen backbone, chỉ train linear head
3. Scale lên 6.7B parameters (DINOv3)
   Lớn nhất cho self-supervised vision
4. Lần đầu SSL xấp xỉ weakly-supervised (88.5%)
   Supervised chỉ đạt 85.7%
Nguồn: Siméoni et al., arXiv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Vấn đề chính: gán nhãn tốn kém.
ImageNet dataset:
- 22K categories, 15 triệu ảnh
- Thời gian: 2+ năm (2007-2009)
- Dùng Amazon MTurk với 49K workers từ 167 quốc gia
Nguồn:
- image-net.org
- Deng et al. 2009
- Russakovsky et al. 2015
Ảnh trên internet thì vô hạn và free.
Câu hỏi: train model tốt mà không cần nhãn được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quan kiến trúc DINO:
Từ paper Figure 2:
- 1 ảnh được crop thành nhiều views
- Student nhận local crops (nhỏ)
- Teacher nhận global crops (lớn)
- Cả 2 dùng cùng kiến trúc nhưng weights khác
Core idea: Student học bắt chước output của Teacher.
Không cần labels!
Slide sau sẽ chi tiết từng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network architecture:
g = h ∘ f nghĩa là:
- f = backbone (ViT)
- h = projection head (MLP)
- g = toàn bộ network
Specs:
- Backbone: ViT-S/16 hoặc lớn hơn
- Head: 3-layer MLP
  - Hidden dim: 2048
  - Output dim: K=65536
  - Weight normalization
  - No batch normalization
Student nhận LOCAL crops (96×96).
Được train trực tiếp bằng gradient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network architecture:
Cùng kiến trúc với Student nhưng:
1. Input khác:
   - Teacher: global crops 224×224
   - Student: local crops 96×96
   - Teacher thấy toàn cảnh, Student thấy chi tiết
2. Thêm Centering:
   - output ← output - c
   - c = trung bình output của batch
   - Ngăn collapse
3. Cập nhật khác:
   - KHÔNG dùng gradient descent
   - Dùng EMA từ Student weights
   - Sẽ giải thích chi tiết ở slide 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 = Exponential Moving Average.
Mỗi bước training:
- Teacher giữ 99.6% weights hiện tại
- Chỉ lấy 0.4% từ Student
λ theo cosine schedule: 0.996 → 1 trong training.
Tại sao ngăn collapse?
- 2 bên update khác tốc độ → không thể thông đồng
- Teacher như trung bình của nhiều models → ổn định
Phát hiện thú vị từ paper:
Teacher performance luôn tốt hơn Student trong suốt training!
Đây là Polyak-Ruppert averaging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Collapse là vấn đề LỚN NHẤT của self-supervised learning.
Teacher và Student có thể "thông đồng":
- Cả 2 đều output cùng 1 vector cho mọi ảnh
- Loss = 0, training "thành công"
- Nhưng model không học được gì!
2 loại collapse:
1. Mode collapse: tất cả → 1 vector
2. Uniform collapse: tất cả → uniform distribution
Contrastive learning (SimCLR, MoCo) giải quyết bằng negative samples.
DINO có cách khác - Centering + Sharpening.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kỹ thuật chống collapse:
CENTERING:
- Trừ đi trung bình của Teacher outputs
- c ← m·c + (1-m)·mean(batch)
- Ngăn 1 dimension dominate → anti mode collapse
SHARPENING:
- Temperature thấp → phân bố nhọn
- Teacher: τ = 0.04 (rất nhọn, tự tin)
- Student: τ = 0.1 (mềm hơn, dễ học)
- Ngăn output trải đều → anti uniform collapse
KEY INSIGHT:
- Centering → khuyến khích uniform (để cân bằng)
- Sharpening → khuyến khích peaked (để có meaning)
- Hai cái CÂN BẰNG nhau → training ổn định!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DINO Loss Function:
L = -Σₖ P_t(x)[k] · log P_s(x')[k]
Đây là cross-entropy loss giữa:
- P_t: Teacher probability (target)
- P_s: Student probability (prediction)
Student probability:
P_s[k] = exp(g_s(x')[k] / τ_s) / Σ exp(...)
τ_s = 0.1 (soft)
Teacher probability:
P_t[k] = exp((g_t(x)[k] - c[k]) / τ_t) / Σ exp(...)
τ_t = 0.04 (sharp), c = centering vector
Với multi-crop:
- x = global crop cho Teacher
- x' = tất cả crops cho Student
- Loss = sum over all (x, x') pairs với x ≠ x'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Student vs Teacher:
1. Kiến trúc: GIỐNG NHAU
   - Cùng ViT backbone
   - Cùng MLP head
2. Input: KHÁC
   - Student: local crops nhỏ (96×96)
   - Teacher: global crops lớn (224×224)
   - Teacher "thấy" nhiều context hơn
3. Processing: KHÁC
   - Teacher có centering (- c)
   - Teacher dùng temperature thấp hơn (0.04 vs 0.1)
4. Training: KHÁC
   - Student: gradient descent bình thường
   - Teacher: EMA copy từ Student
Key insight: Student học cách "tóm tắt" scene từ Teacher.
Local patch → phải đoán được global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DINOv1 milestone:
80.1% ImageNet với 0 labels.
Lần đầu SSL vượt supervised!
So sánh:
- Supervised ViT: 76.5% (nhưng cần 14M nhãn)
- SimCLR: 69.3%
- BYOL: 74.3%
Emerging properties:
- Attention maps tự động focus đúng objects
- Nearest neighbor tìm semantically similar images
Hạn chế của v1:
- Chỉ ImageNet (1.28M ảnh)
- Chỉ classification
- Chỉ CLS token loss
→ v2 sẽ giải quyết những hạn chế này.
Nguồn: Caron et al., ICCV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curation: từ 1.2 tỉ → 142 triệu ảnh.
Các bước lọc:
- NSFW, restricted domains
- Ảnh trùng lặp (PCA hash, copy-detection)
- Ảnh giống test benchmarks (tránh data leak)
Kết quả BẤT NGỜ:
142M curated THẮNG 1.2B uncurated!
Ít hơn 8 lần mà tốt hơn.
Quality &gt; Quantity.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iBOT = image BERT.
Ý tưởng:
- Che một số patches
- Student đoán semantic token (không phải pixel)
Khác MAE:
- MAE: đoán "pixel này màu gì"
- iBOT: đoán "đây là phần gì của object"
Kết quả:
- Frozen iBOT features tốt như fine-tuned MAE
- Bỏ iBOT: mất 2.9 mIoU trên segmentation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KoLeo = Kozachenko-Leonenko entropy.
Ý tưởng: tối đa khoảng cách đến neighbor gần nhất.
→ Embeddings trải đều, không bị cluster.
Ablation:
- Bỏ KoLeo: Classification chỉ tụt 0.5%
- Nhưng Retrieval tụt 8.3%!
Tại sao?
- Classification chỉ cần linearly separable
- Retrieval cần fine-grained distances
Weight = 0.1 (nhẹ nhàng nhưng quan trọng).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losses, mỗi cái lo một việc:
DINO: học CLS token → classification
iBOT: học patches → segmentation, depth
KoLeo: đẩy diverse → retrieval
Kết hợp = comprehensive learning:
- Global understanding (DINO)
- Local understanding (iBOT)
- Diversity (KoLeo)
→ Foundation Model: 1 backbone cho mọi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DINOv2 đạt Foundation Model status:
Results:
- 86.5% ImageNet (từ 82.3%)
- 49.0 mIoU ADE20k (từ 44.6)
- +41% retrieval vs prior SSL
1 backbone, FROZEN, chỉ thêm linear head → SOTA.
Thắng OpenCLIP dù không dùng text!
Pure visual SSL với đúng losses và data = đủ mạnh.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sang DINOv3 (2025).
Vấn đề mới: scale lên 7B parameters gây bất ổn training.
- Dense features bị degrade sau ~200k iterations
- CLS token dominates, patches mất diversity
Giải pháp: Gram Anchoring
- Giữ correlation structure từ checkpoint tốt
- Ngăn dense feature degradation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lên 7B gặp vấn đề BẤT NGỜ.
Không phải training diverge - loss vẫn giảm.
Classification vẫn lên.
Nhưng segmentation đỉnh ở ~200k rồi BẮT ĐẦU GIẢM!
Nguyên nhân:
- CLS token và patch outputs quá giống nhau
- Patches "sụp đổ" về global summary
- DINO global loss dominate
Không phải "không converge" mà là "converge SAI".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 Anchoring giải quyết vấn đề.
Gram matrix G = ma trận pairwise similarity.
G[i,j] = cosine similarity giữa patch i và j.
Anchor = checkpoint từ 200k (khi dense features còn tốt).
KEY INSIGHT:
Ràng buộc STRUCTURE, không phải values.
Features có thể xoay/scale - chỉ cần giữ relations.
Ví dụ: "tai gần mắt hơn nền" → phải giữ nguyên.
Hiệu quả gần như tức thì - 10k iterations đã thấy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DINOv3 đạt kết quả ấn tượng:
- 88.4% ImageNet (từ 86.5%)
- 55.9 mIoU ADE20k (từ 49.0)
- 7B parameters
Thành tựu lịch sử:
- SSL đầu tiên ngang weakly-supervised trên ImageNet
- SOTA COCO detection với frozen backbone
- SOTA ADE20k segmentation với frozen backbone
Gram Anchoring giải quyết dense feature degradation.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Hành trình DINO:
v1 (2021): 80%
- Vấn đề: Làm sao SSL work?
- Giải pháp: EMA + Centering + Sharpening
v2 (2023): 86%
- Vấn đề: Dense tasks yếu
- Giải pháp: 3 Losses + Data curation
v3 (2025): 88%
- Vấn đề: Scale gây degradation
- Giải pháp: Gram Anchoring
Pattern nghiên cứu: giải quyết → phát hiện mới → lặp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bài học từ DINO:
1. SSL vượt supervised - 88.4% không cần label
2. Collapse prevention critical - thiếu 1 là chết
3. Data quality &gt; quantity - 142M thắng 1.2B
4. Dense tasks cần iBOT - CLS không đủ
5. Scale lớn cần Gram Anchoring
Key insight: Không cần labels, cần ĐÚNG learning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 đã lắng nghe!
Key message: DINO chứng minh không cần labels, cần đúng learning signal.
References:
- v1: Caron et al., "Emerging Properties in Self-Supervised Vision Transformers", ICCV 2021
- v2: Oquab et al., "DINOv2: Learning Robust Visual Features", TMLR 2024
- v3: Darcet et al., arXiv 2025
Code available: github.com/facebookresearch/dinov2
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Self-Supervised Vision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628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"Train model nhìn ảnh mà không cần nhãn"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 AI • 2021-2025 • v1 → v2 → v3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9" name="Text 7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1" name="Text 9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3" name="Text 11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5" name="Text 13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 Đạt Được Gì?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2485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V3: 88.4%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ImageNet (không nhãn)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SOTA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12648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Segmentation, Depth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6.7B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parameters (v3)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2648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1st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26480" y="4572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SSL ≈ Weakly-supervised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Nguồn: DINOv3 (Siméoni et al., arXiv 2025)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6" name="Text 14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0" name="Text 18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2" name="Text 20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Vấn Đề: Gán Nhãn Quá Đắt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28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ImageNet: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22K categories  •  15 triệu ảnh  •  2+ năm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↓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Mục tiêu: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Tỉ ảnh  •  $0  •  Tự động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28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model TỐT mà KHÔNG cần nhãn?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Nguồn: image-net.org, Deng et al. 2009, Russakovsky et al. 2015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4" name="Text 12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6" name="Text 14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0" name="Text 18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Quan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666390" y="1234745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networks  •  2 views  •  1 loss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2" name="Text 10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4" name="Text 12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6" name="Text 14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629C05-A300-4E34-A805-9E67C072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79" y="832106"/>
            <a:ext cx="5130800" cy="556869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245C833-7A0F-4625-9557-16F47DA09A7E}"/>
              </a:ext>
            </a:extLst>
          </p:cNvPr>
          <p:cNvSpPr/>
          <p:nvPr/>
        </p:nvSpPr>
        <p:spPr>
          <a:xfrm>
            <a:off x="5900521" y="2508643"/>
            <a:ext cx="6096000" cy="1200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- 1 </a:t>
            </a: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ảnh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 (x) được crop thành nhiều views
- Student </a:t>
            </a: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nhận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 local crops x</a:t>
            </a:r>
            <a:r>
              <a:rPr lang="en-US" sz="2400" baseline="-25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1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 (nhỏ)
- Teacher </a:t>
            </a: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nhận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 global crops x</a:t>
            </a:r>
            <a:r>
              <a:rPr lang="en-US" sz="2400" baseline="-25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2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 (lớn)
- Cả 2 dùng cùng </a:t>
            </a: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kiến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24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trúc</a:t>
            </a:r>
            <a:r>
              <a:rPr lang="en-US" sz="24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 nhưng weights khác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228600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crops </a:t>
            </a: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x</a:t>
            </a:r>
            <a:r>
              <a:rPr lang="en-US" sz="1600" baseline="-25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1</a:t>
            </a: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96×96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377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931920" y="2377440"/>
            <a:ext cx="2286000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Backbone 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2377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949440" y="2377440"/>
            <a:ext cx="2286000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MLP Head 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layers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35440" y="23774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9966960" y="2377440"/>
            <a:ext cx="164592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r>
              <a:rPr lang="en-US" sz="1600" baseline="-25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</a:t>
            </a:r>
            <a:br>
              <a:rPr lang="en-US" sz="1600" baseline="-25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dims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199" y="4114800"/>
            <a:ext cx="46249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network: g = h ∘ 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Backbone: ViT (Vision Transformer)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Head: 3-layer MLP, 2048 hidden, K=65536 output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Gradient descent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3" name="Text 21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5" name="Text 23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7" name="Text 25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99" y="1280160"/>
            <a:ext cx="11468501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201168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crops (</a:t>
            </a: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x</a:t>
            </a:r>
            <a:r>
              <a:rPr lang="en-US" sz="1600" baseline="-25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2</a:t>
            </a:r>
            <a:r>
              <a:rPr lang="en-US" sz="16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</a:rPr>
              <a:t>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224×224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23774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2377440"/>
            <a:ext cx="2011680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377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Backbone 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0" y="23774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852160" y="2377440"/>
            <a:ext cx="2011680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377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MLP Head 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layers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0" y="23774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412480" y="2377440"/>
            <a:ext cx="1645920" cy="9144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3774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Centering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0" y="23774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0607040" y="2377440"/>
            <a:ext cx="109728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r>
              <a:rPr lang="en-US" sz="1500" baseline="-25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baseline="-250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dims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 </a:t>
            </a:r>
            <a:r>
              <a:rPr lang="en-US" sz="2200" b="1" dirty="0" err="1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sánh</a:t>
            </a:r>
            <a:r>
              <a:rPr lang="en-US" sz="22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với Student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Input: Global crops (224×224) - thấy nhiều hơn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Có thêm Centering: output ← output - c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KHÔNG train trực tiếp - dùng EMA từ student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6" name="Text 24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8" name="Text 26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0" name="Text 28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θ_t ← 0.996 × θ_t + 0.004 × θ_s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 cập nhật CỰC CHẬM từ Student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1274552" cy="21031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5C0"/>
                </a:solidFill>
                <a:latin typeface="Roboto" pitchFamily="34" charset="0"/>
                <a:ea typeface="Roboto" pitchFamily="34" charset="-122"/>
              </a:rPr>
              <a:t>Why?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Teacher ≠ Student → không "thông đồng" được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Teacher = trung bình nhiều versions → ổn định</a:t>
            </a:r>
            <a:endParaRPr lang="en-US" sz="2000" dirty="0"/>
          </a:p>
          <a:p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Trong </a:t>
            </a:r>
            <a:r>
              <a:rPr lang="en-US" sz="2000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suốt</a:t>
            </a: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quá trình training: Teacher luôn giỏi hơn Student (</a:t>
            </a:r>
            <a:r>
              <a:rPr lang="en-US" sz="2000" dirty="0" err="1"/>
              <a:t>Polyak-Ruppert</a:t>
            </a:r>
            <a:r>
              <a:rPr lang="en-US" sz="2000" dirty="0"/>
              <a:t> averaging effect)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5" name="Text 13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7" name="Text 15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9" name="Text 17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Collapse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4910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loại collapse: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5368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Mode collapse: mọi output giống nhau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Uniform collapse: output trải đều (không có peak)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6" name="Text 14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0" name="Text 18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6C58087-A10A-474B-B42B-1FFE4CB42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795" y="1078520"/>
            <a:ext cx="9065362" cy="3643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Anti-Collapse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Centering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← output - 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= trung bình </a:t>
            </a: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= </a:t>
            </a:r>
            <a:r>
              <a:rPr lang="en-US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m·c</a:t>
            </a: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(1-m)·mean(batch)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Ngăn mode collapse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(1 dim không thể dominate)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3949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Sharpening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τ_teacher = 0.04 (nhọn)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τ_student = 0.1 (mềm)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</a:t>
            </a: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Chỉnh τ  để </a:t>
            </a:r>
            <a:r>
              <a:rPr lang="en-US" dirty="0" err="1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ngăn</a:t>
            </a:r>
            <a:r>
              <a:rPr lang="en-US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uniform collapse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(output phải có peak)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11274552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4632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Centering + Sharpening = </a:t>
            </a:r>
            <a:r>
              <a:rPr lang="en-US" sz="2400" b="1" dirty="0" err="1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Cân</a:t>
            </a:r>
            <a:r>
              <a:rPr lang="en-US" sz="2400" b="1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bằng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9" name="Text 17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1" name="Text 19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3" name="Text 21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- Σₖ P_t(x)[k] · log P_s(x')[k]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Cross-entropy: Student output phải giống Teacher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54864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 = softmax(g_s(x') / τ_s)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τ_s = 0.1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834640"/>
            <a:ext cx="54864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 = softmax((g_t(x) - c) / τ_t)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τ_t = 0.04, c = centering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 = global crop (Teacher)    x' = local/global crop (Student)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= 65536 dimensions (prototypes)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2" name="Text 20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4" name="Text 22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6" name="Text 24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 Sánh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1828800"/>
        </p:xfrm>
        <a:graphic>
          <a:graphicData uri="http://schemas.openxmlformats.org/drawingml/2006/table">
            <a:tbl>
              <a:tblPr/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Student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Teacher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Kiến trúc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 = h ∘ f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 = h ∘ f (giống)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Input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Local crops 96²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Global crops 224²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Centering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Không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Có (- c)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Temperature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τ = 0.1 (soft)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τ = 0.04 (sharp)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Training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Gradient descent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EMA từ Student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 thấy nhiều hơn + output sharp hơn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Student học "tóm tắt" từ cái nhìn toàn cục của Teacher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4" name="Text 5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2" name="Text 9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4" name="Text 11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6" name="Text 13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Quả v1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565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80.1%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ImageNet (không nhãn)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0" y="1280160"/>
            <a:ext cx="6400800" cy="18288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371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 sánh: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73736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Supervised ViT: 76.5% (cần 14M nhãn)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SimCLR: 69.3%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BYOL: 74.3%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Lần ĐẦU TIÊN: SSL vượt Supervised!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Nhưng: chỉ classification, data nhỏ, 1 loss → v2 sẽ giải quyết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6692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Nguồn: Caron et al., ICCV 2021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0" name="Text 18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2" name="Text 20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Curation: Ít Mà Chất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7B1FA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[[Phễu: 1.2B → 744M → 142M ảnh]]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Lọc gì?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NSFW, domains xấu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Ảnh trùng lặp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Ảnh giống test sets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3840480"/>
            <a:ext cx="5303520" cy="1554480"/>
          </a:xfrm>
          <a:prstGeom prst="rect">
            <a:avLst/>
          </a:prstGeom>
          <a:solidFill>
            <a:srgbClr val="FFF3E0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quả bất ngờ: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43891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142M curated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THẮNG 1.2B uncurated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trên MỌI benchmark!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4" name="Text 12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0" name="Text 18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iBOT: Che → Đoán Ý Nghĩa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7B1FA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[[Student: ảnh bị che patches] ← [Teacher: ảnh đầy đủ]]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5029200" cy="16459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Khác MAE: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 đoán pixels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iBOT đoán semantic tokens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High-level meaning!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3840480"/>
            <a:ext cx="5303520" cy="1645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Tại sao quan trọng: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43891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Học patch-level features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Tốt cho segmentation, depth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Bỏ iBOT: -2.9 mIoU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5" name="Text 13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9" name="Text 17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1" name="Text 19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KoLeo: Đẩy Ra Xa Nhau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7B1FA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[[Không KoLeo: tụm cục] → [Có KoLeo: trải đều trên sphere]]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Ý tưởng đơn giản: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Đẩy mỗi embedding ra xa neighbor gần nhất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Embeddings trải đều, không cluster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5120640"/>
            <a:ext cx="11274552" cy="8229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2578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Bỏ KoLeo: Classification -0.5%, Retrieval -8.3%!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3" name="Text 11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7" name="Text 15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9" name="Text 17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Losses = 3 Việc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291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CLS token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1463040"/>
            <a:ext cx="3291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iBOT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0624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Patches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0624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0" y="1463040"/>
            <a:ext cx="3291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KoLeo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86384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Diversity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6384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86384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hợp: Global + Local + Diverse = Foundation Model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3" name="Text 21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7" name="Text 25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9" name="Text 27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Quả DINOv2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86.5%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49.0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ADE20k mIoU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+41%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7724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vs SSL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74552" cy="1188720"/>
          </a:xfrm>
          <a:prstGeom prst="rect">
            <a:avLst/>
          </a:prstGeom>
          <a:solidFill>
            <a:srgbClr val="FFF3E0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Model thực sự: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backbone FROZEN + linear head → SOTA nhiều tasks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Thắng OpenCLIP mà KHÔNG cần text!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7" name="Text 15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1" name="Text 19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3" name="Text 21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69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Vấn đề: Scale lên 7B → training bất ổn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Giải pháp: Gram Anchoring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8" name="Text 6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0" name="Text 8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4" name="Text 12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Lên 7B: Vấn Đề Không Ngờ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2560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69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745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[[Classification: lên đều | Segmentation: đỉnh 200k rồi GIẢM]]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1274552" cy="1645920"/>
          </a:xfrm>
          <a:prstGeom prst="rect">
            <a:avLst/>
          </a:prstGeom>
          <a:solidFill>
            <a:srgbClr val="FFF5F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28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Vấn đề: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Dense features bị degrade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Patches "chết" dần, mất local info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DINO loss dominates, iBOT bị yếu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2" name="Text 10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4" name="Text 12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Giải Pháp: Gram Anchoring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L_Gram = ||G_student - G_anchor||²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029200" cy="22860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9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= ma trận tương quan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G[i,j] = similarity giữa patch i và j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Anchor = checkpoint 200k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Giữ CẤU TRÚC, không giữ giá trị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377440"/>
            <a:ext cx="530352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560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017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"Tai gần mắt hơn nền"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Quan hệ này phải GIỮ NGUYÊN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có thể biến đổi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nhưng structure phải stable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9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Hiệu quả sau chỉ 10k iterations!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6" name="Text 14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2" name="Text 20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Kết Quả DINOv3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69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88.4%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+2.0%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69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55.9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ADE20k mIoU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+6.4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69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7B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772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1274552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Thành tựu lịch sử: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SSL ĐẦU TIÊN ngang weakly-supervised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SOTA trên COCO, ADE20k với FROZEN backbone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8" name="Text 16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0" name="Text 18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4" name="Text 22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Hành Trình v1 → v2 → v3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560320"/>
            <a:ext cx="9601200" cy="0"/>
          </a:xfrm>
          <a:prstGeom prst="line">
            <a:avLst/>
          </a:prstGeom>
          <a:noFill/>
          <a:ln w="38100">
            <a:solidFill>
              <a:srgbClr val="BD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37744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9260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5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 + Centering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2377440"/>
            <a:ext cx="365760" cy="36576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9260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B1FA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2064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2064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Losses + Curation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18320" y="2377440"/>
            <a:ext cx="365760" cy="36576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292608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69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7824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77824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Gram Anchoring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Mẫu hình: Vấn đề → Giải pháp → Vấn đề mới → Lặp lại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7" name="Text 25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9" name="Text 27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1" name="Text 29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Bài Học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SSL có thể VƯỢT Supervised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Ngăn collapse là TỐI QUAN TRỌNG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1274552" cy="7315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Chất lượng data &gt; Số lượng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605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Dense tasks cần patch-level learning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11274552" cy="7315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0749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Scale lớn cần stability tricks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7" name="Text 15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9" name="Text 17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1" name="Text 19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388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Cảm Ơn!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"Không cần labels, cần ĐÚNG learning signal"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Tài liệu: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v1: Caron et al., ICCV 2021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v2: Oquab et al., TMLR 2024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v3: Darcet et al., arXiv 2025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Code: github.com/facebookresearch/dinov2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9" name="Text 7"/>
          <p:cNvSpPr/>
          <p:nvPr/>
        </p:nvSpPr>
        <p:spPr>
          <a:xfrm>
            <a:off x="2712110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1" name="Text 9"/>
          <p:cNvSpPr/>
          <p:nvPr/>
        </p:nvSpPr>
        <p:spPr>
          <a:xfrm>
            <a:off x="496702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3" name="Text 11"/>
          <p:cNvSpPr/>
          <p:nvPr/>
        </p:nvSpPr>
        <p:spPr>
          <a:xfrm>
            <a:off x="7221931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DINOv3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9476842" y="6537960"/>
            <a:ext cx="22091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Tổng hợp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3730</Words>
  <Application>Microsoft Office PowerPoint</Application>
  <PresentationFormat>Widescreen</PresentationFormat>
  <Paragraphs>408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DINO: Self-Supervised Vision Learning</dc:title>
  <dc:subject>PptxGenJS Presentation</dc:subject>
  <dc:creator>DINO Seminar</dc:creator>
  <cp:lastModifiedBy>Nhựt. Nguyễn Minh (3)</cp:lastModifiedBy>
  <cp:revision>16</cp:revision>
  <dcterms:created xsi:type="dcterms:W3CDTF">2026-02-21T08:24:47Z</dcterms:created>
  <dcterms:modified xsi:type="dcterms:W3CDTF">2026-02-21T10:11:42Z</dcterms:modified>
</cp:coreProperties>
</file>